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0F96-6BE2-AF39-B6FC-7481CBD7E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AB97D-30A8-266B-FAA5-31456F0CC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9E38E-0BA6-ED42-4799-13EAEFC7A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8CE16-420B-4260-AE89-95D071BB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B976B-BC08-8327-9FD5-25EEE08E4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97440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A590-EB2C-8984-2114-BA60909E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23A9C-7231-17F4-04A8-5E1E97339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7A686-198A-1C44-9BBE-39BF567BD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8CFD-D50C-64CC-6A34-C11FB01C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894F1-6069-D3D5-4971-2916AA2BE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2460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BC004-BBDD-9B0B-9B36-37017DD5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8D552-2271-8577-2B94-49E489C44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99BD7-7448-1898-8046-5FD499C4B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CFDD3-0175-E9A9-D011-BDA21AD44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74ED2-2D30-399C-99B1-351D126B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7479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D5295-A73D-19D8-7DFB-C9E461F92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7A78F-D7CD-23E3-D4D1-F4284E0282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390CC-4818-1047-66DB-CEB0AD592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A4AAB-6F7D-0747-9DBB-AA9196D19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AF7B0C-CBF1-C30A-A12A-5E5001AA5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4A13A-0C73-1D4A-FDF9-BE737A0E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1018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BF00-2304-838F-1B18-5FD006D35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D82E8-B854-76B7-076F-709D27C3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7F11A-7E92-B42F-3452-EBFCAED83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6988D-90AC-1C84-7591-81A4B1821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C1E2E-F461-7DBF-B167-18E8A3101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8AFBDC-1BFC-894F-D13F-0CFAF631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E4420-B5CD-C162-CAA6-5A25F427C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561405-4ABF-F482-DDE5-C30CA382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88697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E5DB8-844D-81BF-D185-03C14EA4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5B2C7-A126-B146-902A-6DBFD2D3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1EDCC1-4E9E-F94A-B933-956CB985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6ECAF-402E-3701-367F-72C39E18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1788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6F76CB-42D8-1222-B293-615E3524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37D716-A3F1-AADB-7170-8427F3F4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256045-9659-C3AE-B774-9DEBE8072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4896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4BA9B-6B1C-75B6-CC25-A91598624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FB0FD-DE4F-76FE-368E-892BE6A80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B711F-F3AE-D185-FFC4-7FED980A2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D0A75-F76E-72A4-C01F-10D48E3D4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D1C7E-5862-A34C-DEB1-A3B0FC4F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35424-B823-5447-E616-EC555EFD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22080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9378-D47C-C10B-E9ED-16E0BCCD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72B720-8276-D1EE-EAF8-33FAC3752E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DED4D-B9BE-AAA6-5F86-BA46C98CC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23FE3-B827-0329-FB93-D8B13E31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83BC1-0B08-8859-6CCF-FBE5D8A8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2ACC0B-01EF-0AD8-9D81-6D670F31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9350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CC0C-3726-CD1C-98FA-CB20010A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DE1F6-6B4A-50A3-A96C-FA06F1B6C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FE431-4870-BD82-A642-FA6B16C7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66877-3013-4568-B559-871E8DF0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E490-E230-CAD4-552F-67005C64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3483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6FD73F-350C-F261-D00D-6429DE0E0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B2721-BAD3-6309-C8FA-5312F095D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C2DBD-88F6-CC72-1C09-A9ADF1A01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29824-C302-2121-63E3-EB93A2C5C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B935A-1887-889B-25C1-64F499E5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4928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BC3D2A-9F04-0094-98E5-C39B9883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8B42-0800-5632-F654-FDEE400BE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63A1B-3727-4B62-18ED-EF4A98513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929CCF-E880-42C4-91F9-579333762080}" type="datetimeFigureOut">
              <a:rPr lang="en-NG" smtClean="0"/>
              <a:t>14/01/2026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8FD9B-2E6D-5270-5E70-2BC681D2F3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D8DD3-15A7-3A6B-17B2-78F1B725A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6FE04-0061-4195-8A13-196D043D5F9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3238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58C64-BAA3-176E-721E-7AC9227A4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25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B25EF-0811-5BB9-96F3-15DBA041F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39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Adeniyi Adeyemi</dc:creator>
  <cp:lastModifiedBy>Adeniyi Adeyemi</cp:lastModifiedBy>
  <cp:revision>1</cp:revision>
  <dcterms:created xsi:type="dcterms:W3CDTF">2026-01-14T01:08:00Z</dcterms:created>
  <dcterms:modified xsi:type="dcterms:W3CDTF">2026-01-14T01:16:30Z</dcterms:modified>
</cp:coreProperties>
</file>